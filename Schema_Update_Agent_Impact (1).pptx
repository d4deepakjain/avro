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Calibri"/>
              </a:rPr>
              <a:t>Minutes per schema change (estimate)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(est.)</c:v>
                </c:pt>
              </c:strCache>
            </c:strRef>
          </c:tx>
          <c:spPr>
            <a:solidFill>
              <a:srgbClr val="9AA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Analysis &amp; diff</c:v>
                  </c:pt>
                  <c:pt idx="1">
                    <c:v>Code edits</c:v>
                  </c:pt>
                  <c:pt idx="2">
                    <c:v>Validation</c:v>
                  </c:pt>
                  <c:pt idx="3">
                    <c:v>Report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60</c:v>
                </c:pt>
                <c:pt idx="2">
                  <c:v>30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agent (est.)</c:v>
                </c:pt>
              </c:strCache>
            </c:strRef>
          </c:tx>
          <c:spPr>
            <a:solidFill>
              <a:srgbClr val="0F9D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Analysis &amp; diff</c:v>
                  </c:pt>
                  <c:pt idx="1">
                    <c:v>Code edits</c:v>
                  </c:pt>
                  <c:pt idx="2">
                    <c:v>Validation</c:v>
                  </c:pt>
                  <c:pt idx="3">
                    <c:v>Report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agent and the purpose of this review: showing the time, quality and team impact of automating Java-to-Avro schema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three recurring problems that cost time and create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working assumptions. See the Assumptions appendix (slide 10) for the basis of each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left to right, top to bottom. Emphasize that the agent handles the mechanical steps while the engineer reviews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trust matters: the agent is designed to surface uncertainty rather than hide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scenarios the agent already covers. Ask the audience which of these appear most often in their backlog.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values and monthly volume are working assumptions listed in the Assumptions appendix (slide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first to gather real numbers, then integrate with CI and pull requests, then extend to other schema formats and compatibility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 three decisions. Confirm the pilot team and timeline before leaving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Lists every assumed number and how it was derived.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48840"/>
            <a:ext cx="1280160" cy="64008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Java and Avro schema changes, from manual effort to a single guided workflow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review  |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schema change means hand-editing a Java class and its Avro AVSC file in parallel, with no guarantee they stay consistent.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3520440" cy="73152"/>
          </a:xfrm>
          <a:prstGeom prst="rect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slow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new, changed, or removed field is edited by hand in two files, then checked again by eye.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828" y="2606040"/>
            <a:ext cx="3520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8828" y="2606040"/>
            <a:ext cx="3520440" cy="73152"/>
          </a:xfrm>
          <a:prstGeom prst="rect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3148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risk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3148" y="36118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class and AVSC can fall out of sync, causing serialization failures that surface downstream.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9016" y="2606040"/>
            <a:ext cx="3520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2606040"/>
            <a:ext cx="3520440" cy="73152"/>
          </a:xfrm>
          <a:prstGeom prst="rect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03336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36118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record of what was added, removed, or made breaking rarely gets written.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the current manual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hrs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schema change, end to end (estimate)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828" y="160020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3148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13148" y="2880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in sync for every change: Java class, AVSC, change report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9016" y="160020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3336" y="1828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880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documentation, varying by developer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5262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field or nullability mismatch becomes a runtime serialization problem for downstream consumers. That is far harder and costlier to trace than the original edit.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nine-phase guided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&amp; inspect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Java class and matching AVSC baseline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07208" y="155448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new input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JSON or requirements; clarify partial input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65776" y="155448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&amp; categorize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fields as added, deleted, modified, unchanged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24344" y="155448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Java class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changes and keep project conventions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582912" y="155448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AVSC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changes with Avro naming and nullable unions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77924" y="379476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nested records, arrays, circular refs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36492" y="379476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report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Markdown report of every change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95060" y="379476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Avro rules, and ./gradlew compileJava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453628" y="3794760"/>
            <a:ext cx="20299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&amp; confirm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results; user approves before commit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class reference plus new JSON payload or requirements.   Output: updated Java, updated AVSC, and a change report.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safeguards for correctness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changes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inferred type, nullability, or structure is documented in the report.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828" y="155448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3148" y="1828800"/>
            <a:ext cx="457200" cy="45720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314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3148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unrelated code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3148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fields being updated are touched; imports and annotations stay intact.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9016" y="155448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1828800"/>
            <a:ext cx="457200" cy="45720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flagged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required fields, type changes, and nullability shifts are called out.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 conventions enforced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names, PascalCase records, unique names, and union defaults are checked.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38828" y="39319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3148" y="4206240"/>
            <a:ext cx="457200" cy="45720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314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13148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validation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613148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are run and reported. Checks that did not run are never claimed.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29016" y="39319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03336" y="4206240"/>
            <a:ext cx="457200" cy="457200"/>
          </a:xfrm>
          <a:prstGeom prst="ellipse">
            <a:avLst/>
          </a:prstGeom>
          <a:solidFill>
            <a:srgbClr val="E3F5F2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0333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403336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confirms the changes before anything is finalized.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2103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remove fields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new fields or drop old ones across the class and AVSC together.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828" y="155448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8828" y="1554480"/>
            <a:ext cx="82296" cy="2103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868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and nullability changes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58868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types and nullable unions, with breaking changes flagged.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9016" y="155448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9016" y="1554480"/>
            <a:ext cx="82296" cy="2103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9056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nested records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nested record into its own AVSC and Java class, then re-reference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82296" cy="2103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requirements document or a field list into a precise schema diff.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38828" y="39319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828" y="3931920"/>
            <a:ext cx="82296" cy="2103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58868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record updates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58868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child record changes to every parent that references them.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9016" y="3931920"/>
            <a:ext cx="3520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9016" y="3931920"/>
            <a:ext cx="82296" cy="2103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49056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schema creation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baseline exists, route the request to the schema-converter agent.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benefits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40480" cy="1051560"/>
          </a:xfrm>
          <a:prstGeom prst="rect">
            <a:avLst/>
          </a:prstGeom>
          <a:solidFill>
            <a:srgbClr val="E3F5F2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per change (180 min to 25 min, estimate)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651760"/>
            <a:ext cx="3840480" cy="1051560"/>
          </a:xfrm>
          <a:prstGeom prst="rect">
            <a:avLst/>
          </a:prstGeom>
          <a:solidFill>
            <a:srgbClr val="E3F5F2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hrs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month at 20 changes (estimate)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3840480"/>
            <a:ext cx="3840480" cy="1051560"/>
          </a:xfrm>
          <a:prstGeom prst="rect">
            <a:avLst/>
          </a:prstGeom>
          <a:solidFill>
            <a:srgbClr val="E3F5F2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0100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89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changes produce a written change report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0" y="5029200"/>
            <a:ext cx="3840480" cy="1051560"/>
          </a:xfrm>
          <a:prstGeom prst="rect">
            <a:avLst/>
          </a:prstGeom>
          <a:solidFill>
            <a:srgbClr val="E3F5F2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5120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5577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run on every change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where we use it and how we extend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10972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2 to 3 live schema changes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 and defects per change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reviewer feedback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8828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8828" y="1554480"/>
            <a:ext cx="3520440" cy="10972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3148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3148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13148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validation on every pull request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Auto-open PRs with the change report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prompts across teams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9016" y="1554480"/>
            <a:ext cx="35204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9016" y="1554480"/>
            <a:ext cx="3520440" cy="10972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90 days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gate against the schema registry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Protobuf and JSON Schema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updates across many classes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to move forward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pilot team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team and two to three upcoming schema changes to run through the agent.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971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success metrics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015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change, defects caught before merge, and reports produced.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48640" cy="5486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4348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owner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6460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maintains the agent prompt and leads the extensions backlog.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0" y="1554480"/>
            <a:ext cx="3840480" cy="43891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2194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assumptions behind the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/ how it is calculated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effort per schema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min (about 3 hrs)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45 + code edits 60 + validation 30 + report 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with the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5 + code edits 10 + validation 5 + report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reduction per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(180 - 25) / 180 = 86%, rounded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changes per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volume assumption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time saved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50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 min x 20 = 3,100 min, about 52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reports per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7 generates a report on every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checks per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input and output, 4 Avro rule checks, Java compile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to 3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sample for the 30-day 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these values and the matching chart and KPI cards on slides 3 and 7.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Update Agent  |  Impact review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Schema Update Agent - Impact</dc:title>
  <dc:subject>PptxGenJS Presentation</dc:subject>
  <dc:creator>PptxGenJS</dc:creator>
  <cp:lastModifiedBy>PptxGenJS</cp:lastModifiedBy>
  <cp:revision>1</cp:revision>
  <dcterms:created xsi:type="dcterms:W3CDTF">2026-10-15T16:31:42Z</dcterms:created>
  <dcterms:modified xsi:type="dcterms:W3CDTF">2026-10-15T16:31:42Z</dcterms:modified>
</cp:coreProperties>
</file>